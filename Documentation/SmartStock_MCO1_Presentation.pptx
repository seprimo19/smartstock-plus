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20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SmartStock+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Calibri"/>
              </a:defRPr>
            </a:pPr>
            <a:r>
              <a:t>Offline-First Inventory &amp; Asset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CAF9"/>
                </a:solidFill>
                <a:latin typeface="Calibri"/>
              </a:defRPr>
            </a:pPr>
            <a:r>
              <a:t>MCO 1 Midterm Progress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Mobile Programming 2  |  Team 2  |  March 24,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  <a:latin typeface="Calibri"/>
              </a:defRPr>
            </a:pPr>
            <a:r>
              <a:t>Platform: Android  |  Language: Kotlin  |  UI: Jetpack Compose  |  Database: Room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Jhon Clarence B. Rulona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Project Leader, Back-End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Cris Gerard O. Carpon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Project Leader, Back-End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Jasper Keith P. Teorica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Project Leader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Mark Jacob S. Allero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UI/UX Designer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John Dennis Y. Chan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UI/UX Designer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Leopoldo C. Villaflores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UI/UX Designer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Dustin Aaron D. Tocayon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Back-End Developer, QA/Tester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463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Aleah A. Cantiga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37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Quality Assurance / Tester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Angel Mae S. Dura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Quality Assurance / Tester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Heizel D. Panugaling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Quality Assurance / Tester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Justin Jamaica P. Julaton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794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Quality Assurance / Tester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Roselyn B. Deguino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Document Specialist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Lou Ariane Mae B. Delos Reyes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Document Specialist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2222"/>
                </a:solidFill>
                <a:latin typeface="Calibri"/>
              </a:defRPr>
            </a:pPr>
            <a:r>
              <a:t>Rynel Jay V. Vallejos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Document Specialist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2222"/>
                </a:solidFill>
                <a:latin typeface="Calibri"/>
              </a:defRPr>
            </a:pPr>
            <a:r>
              <a:t>SmartStock+ is an Android-based inventory and asset management application designed to help organizations efficiently track equipment, tools, and supplies using a mobile device. The app prioritizes offline-first functionality, ensuring that inventory data remains accessible even without internet connectivity.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School laboratories &amp; IT departments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Student organizations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Small offices and businesses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Asset custodians &amp; administrators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Calibri"/>
              </a:defRPr>
            </a:pPr>
            <a:r>
              <a:t>Development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2004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Platform: Android (API 26+)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Language: Kotlin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UI: Jetpack Compose + Material Design 3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Architecture: MVVM + Repository Pattern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Database: Room (SQLite)</a:t>
            </a:r>
          </a:p>
          <a:p>
            <a:pPr>
              <a:spcAft>
                <a:spcPts val="6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DI: Manual via Application class (Hilt in MCO 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Real-World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6C0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Calibri"/>
              </a:defRPr>
            </a:pPr>
            <a:r>
              <a:t>Small offices, laboratories, school departments, and student organizations often manage equipment manually using paper logs or spreadsheets. These systems are error-prone, difficult to maintain, and inaccessible during network outages.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How SmartStock+ Solves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Record inventory items on-site using a mobile device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Track availability, condition, and usage status of assets in real time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Access all inventory data even when completely offline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Synchronize records seamlessly when internet becomes available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Scan barcodes/QR codes to quickly look up or register items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Calibri"/>
              </a:defRPr>
            </a:pPr>
            <a:r>
              <a:t>•  Role-based access control (Admin vs. Staff) for secure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Application Architecture (MVVM)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UI Layer (Jetpack Compose)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Calibri"/>
              </a:defRPr>
            </a:pPr>
            <a:r>
              <a:t>Composable screens observe StateFlow via collectAsStateWithLifecycle(). Material Design 3 components, Compose Navigation, adaptive layouts.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ViewModel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Calibri"/>
              </a:defRPr>
            </a:pPr>
            <a:r>
              <a:t>InventoryViewModel &amp; DashboardViewModel manage business logic, validation, role-based access, filtering/sorting. Uses viewModelScope + StateFlow.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515600" cy="10972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Repository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Calibri"/>
              </a:defRPr>
            </a:pPr>
            <a:r>
              <a:t>InventoryRepository abstracts data access. Single source of truth. Routes all CRUD through DAO and queues cloud sync operations.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212079"/>
            <a:ext cx="10515600" cy="109728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1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7E"/>
                </a:solidFill>
                <a:latin typeface="Calibri"/>
              </a:defRPr>
            </a:pPr>
            <a:r>
              <a:t>Data Layer (Room)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71499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  <a:latin typeface="Calibri"/>
              </a:defRPr>
            </a:pPr>
            <a:r>
              <a:t>AppDatabase (v6) with 5 entities, InventoryDao with full CRUD + queries. All reads return Flow&lt;T&gt; for reactive streaming. Migration chain v1-v6.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Room Database Implementation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Entity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Fields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InventoryItem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inventory_items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id, assetCode, name, category,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quantity, status, timestamps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Unique index on assetCode;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computed availableQuantity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CategoryEntity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categories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id, name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Seeded: Equipment, Tools, Supplies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AssetStatusEntity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asset_statuses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id,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Seeded: Available, In-Use,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Damaged, Retired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ItemHistory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item_history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id, itemId, action,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details, timestamp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FK to InventoryItem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(CASCADE delete)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LocalUser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local_users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id, name, email, role, isActive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Unique index on email;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default Admin &amp; Staff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Database version 6 with complete migration chain (v1 → v6)  |  DAO: 20+ operations  |  All reads return Flow&lt;T&gt;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Application Screens (Jetpack Compose)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1. Splash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Animated logo with alpha + scale transitions. Auto-navigates to Dashboard after 1.5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2. Dashboard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Summary cards (Total/Available/In-Use), quick actions, recent items list, barcode scan integration.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3. Inventory List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Search bar, category &amp; status filters, sort controls, swipe-to-delete, master-detail adaptive layout.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12079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303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4. Add/Edit Item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Form with validation, category/status dropdowns, quantity input, asset code pre-fill from scan.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71600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5. Item Detail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8288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Full item info, Use/Return actions, history timeline, edit/delete buttons (Admin only).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651760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27432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6. History 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Audit trail grouped by date, event cards with formatted timestamps, summary statistics.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931920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4023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7. Profile Screen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Login as Admin/Staff, dark mode toggle, user management (Admin only), preferences.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212079"/>
            <a:ext cx="5486400" cy="10972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5303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237E"/>
                </a:solidFill>
                <a:latin typeface="Calibri"/>
              </a:defRPr>
            </a:pPr>
            <a:r>
              <a:t>8. Camera Scan 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669279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Calibri"/>
              </a:defRPr>
            </a:pPr>
            <a:r>
              <a:t>Barcode/QR scanner UI, scanned item display, option to create new item from scan.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State Management &amp;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Calibri"/>
              </a:defRPr>
            </a:pPr>
            <a:r>
              <a:t>Reactive State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StateFlow</a:t>
            </a:r>
            <a:r>
              <a:rPr dirty="0"/>
              <a:t> for all observable UI state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MutableStateFlow</a:t>
            </a:r>
            <a:r>
              <a:rPr dirty="0"/>
              <a:t> for mutable state</a:t>
            </a:r>
            <a:br>
              <a:rPr dirty="0"/>
            </a:br>
            <a:r>
              <a:rPr dirty="0"/>
              <a:t>   (</a:t>
            </a:r>
            <a:r>
              <a:rPr dirty="0" err="1"/>
              <a:t>operationError</a:t>
            </a:r>
            <a:r>
              <a:rPr dirty="0"/>
              <a:t>, </a:t>
            </a:r>
            <a:r>
              <a:rPr dirty="0" err="1"/>
              <a:t>isLoggedIn</a:t>
            </a:r>
            <a:r>
              <a:rPr dirty="0"/>
              <a:t>, </a:t>
            </a:r>
            <a:r>
              <a:rPr dirty="0" err="1"/>
              <a:t>currentUserRole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•  Flow&lt;T&gt; from Room DAO converted to</a:t>
            </a:r>
            <a:br>
              <a:rPr dirty="0"/>
            </a:br>
            <a:r>
              <a:rPr dirty="0"/>
              <a:t>   </a:t>
            </a:r>
            <a:r>
              <a:rPr dirty="0" err="1"/>
              <a:t>StateFlow</a:t>
            </a:r>
            <a:r>
              <a:rPr dirty="0"/>
              <a:t> via .</a:t>
            </a:r>
            <a:r>
              <a:rPr dirty="0" err="1"/>
              <a:t>stateIn</a:t>
            </a:r>
            <a:r>
              <a:rPr dirty="0"/>
              <a:t>()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SharingStarted.WhileSubscribed</a:t>
            </a:r>
            <a:r>
              <a:rPr dirty="0"/>
              <a:t>(5000ms)</a:t>
            </a:r>
            <a:br>
              <a:rPr dirty="0"/>
            </a:br>
            <a:r>
              <a:rPr dirty="0"/>
              <a:t>   for efficient resource management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•  combine() operator for real-time</a:t>
            </a:r>
            <a:br>
              <a:rPr dirty="0"/>
            </a:br>
            <a:r>
              <a:rPr dirty="0"/>
              <a:t>   search + filter + sort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rPr dirty="0"/>
              <a:t>•  </a:t>
            </a:r>
            <a:r>
              <a:rPr dirty="0" err="1"/>
              <a:t>collectAsStateWithLifecycle</a:t>
            </a:r>
            <a:r>
              <a:rPr dirty="0"/>
              <a:t>() in Compose</a:t>
            </a:r>
            <a:br>
              <a:rPr dirty="0"/>
            </a:br>
            <a:r>
              <a:rPr dirty="0"/>
              <a:t>   for lifecycle-aware collection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Calibri"/>
              </a:defRPr>
            </a:pPr>
            <a:r>
              <a:t>Compose Navigation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Type-safe routes via sealed class Screen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NavHost with composable() declarations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Routes: Splash, Home, Inventory,</a:t>
            </a:r>
            <a:br/>
            <a:r>
              <a:t>   CameraScan, History, Profile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Back stack management with popUpTo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State preservation during navigation</a:t>
            </a:r>
          </a:p>
          <a:p>
            <a:pPr>
              <a:spcAft>
                <a:spcPts val="6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Both ViewModels shared across all screens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Dependency Injection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Calibri"/>
              </a:defRPr>
            </a:pPr>
            <a:r>
              <a:t>MCO 1: Manual DI (Current Build)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SmartStockApp (Application class) acts as</a:t>
            </a:r>
            <a:br/>
            <a:r>
              <a:t>   the dependency root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Kotlin by lazy for singleton initialization:</a:t>
            </a:r>
            <a:br/>
            <a:r>
              <a:t>   database, repository, connectivityObserver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Custom ViewModelProvider.Factory classes:</a:t>
            </a:r>
            <a:br/>
            <a:r>
              <a:t>   InventoryViewModelFactory,</a:t>
            </a:r>
            <a:br/>
            <a:r>
              <a:t>   DashboardViewModelFactory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MainActivity casts application to access</a:t>
            </a:r>
            <a:br/>
            <a:r>
              <a:t>   dependencies: (application as SmartStockApp)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Lightweight, no third-party DI library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Sufficient for 2 ViewModels + small</a:t>
            </a:r>
            <a:br/>
            <a:r>
              <a:t>   dependency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7548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MCO 2: Hilt DI (Planned Migration)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@HiltAndroidApp on Application class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@HiltViewModel + @Inject constructor</a:t>
            </a:r>
            <a:br/>
            <a:r>
              <a:t>   replaces ViewModelProvider.Factory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@Module / @Provides for database,</a:t>
            </a:r>
            <a:br/>
            <a:r>
              <a:t>   DAO, repository, cloud sync bindings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@Singleton, @ActivityScoped for proper</a:t>
            </a:r>
            <a:br/>
            <a:r>
              <a:t>   lifecycle-scoped injection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@AndroidEntryPoint for Activities</a:t>
            </a:r>
            <a:br/>
            <a:r>
              <a:t>   and WorkManager workers</a:t>
            </a:r>
          </a:p>
          <a:p>
            <a:pPr>
              <a:spcAft>
                <a:spcPts val="5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 Required for growing MCO 2 complexity:</a:t>
            </a:r>
            <a:br/>
            <a:r>
              <a:t>   cloud sync, WorkManager, new ViewModels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MCO 1 Requirements Checklist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969164"/>
              </p:ext>
            </p:extLst>
          </p:nvPr>
        </p:nvGraphicFramePr>
        <p:xfrm>
          <a:off x="904240" y="1209041"/>
          <a:ext cx="10505440" cy="538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8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7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99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MVVM architecture implemented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Repository pattern used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rPr dirty="0"/>
                        <a:t>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ViewModel for UI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Architecture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Clean separation of UI &amp; data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Room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Room Database configured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Room Database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Entity classes created (5 entities)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Room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DAO with CRUD operations (20+ methods)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541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Room Database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Data persists after app restart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Compose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Main screen (Dashboard) implemented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Compose UI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Secondary screens (7 additional screens)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Compose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Navigation between screens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Compose UI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Material Design 3 components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State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StateFlow-based reactive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State Mgmt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User input handled correctly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99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State Mgmt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Empty/loading states handled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rPr dirty="0"/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Beyond MCO 1 — Features Ahead of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612880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MCO 2 Requirement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Status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Barcode / QR Scanning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 7.1 – Scanning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Partially implemented – GMS BarCode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Scanner in Dashboard &amp; CameraScan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User Roles &amp; Access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 7.1 – User Roles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Fully implemented – Admin/Staff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permissions with runtime enforcement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Cloud Sync Architecture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 7.1 – Cloud Integration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Interface ready – CloudSyncDataSource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with NoOp stub; mutations queue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Offline Indicator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 7.1 – Offline Strategy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Fully implemented – ConnectivityObserver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with UI badge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Adaptive Two-Pane Layout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 7.1 – Enhanced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Fully implemented – AdaptiveScaffold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with WindowSizeClass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Item History / Audit Trail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 7.1 – Enhanced UI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Fully implemented – ItemHistory entity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with timeline display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Dark Mode Toggle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Sec 7.1 – Enhanced 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Fully implemented – User-switchable</a:t>
                      </a:r>
                    </a:p>
                    <a:p>
                      <a:pPr>
                        <a:defRPr sz="130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theme in ProfileScreen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Challenges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457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6C00"/>
                </a:solidFill>
                <a:latin typeface="Calibri"/>
              </a:defRPr>
            </a:pPr>
            <a:r>
              <a:t>Challenges Encountered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Item filtering system — ensuring correct</a:t>
            </a:r>
            <a:br/>
            <a:r>
              <a:t>   category/status filtering without lag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UI layout consistency — icons and buttons</a:t>
            </a:r>
            <a:br/>
            <a:r>
              <a:t>   overlapping on different screen sizes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Adaptive layouts — master-detail pane</a:t>
            </a:r>
            <a:br/>
            <a:r>
              <a:t>   rendering for tablets vs. phones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Room migration chain — managing 6</a:t>
            </a:r>
            <a:br/>
            <a:r>
              <a:t>   schema versions with data preservation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State management complexity — combining</a:t>
            </a:r>
            <a:br/>
            <a:r>
              <a:t>   multiple flows for search + filter + sort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371600"/>
            <a:ext cx="5303520" cy="4572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7D32"/>
                </a:solidFill>
                <a:latin typeface="Calibri"/>
              </a:defRPr>
            </a:pPr>
            <a:r>
              <a:t>Planned for MCO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Supabase cloud sync integration</a:t>
            </a:r>
            <a:br/>
            <a:r>
              <a:t>   for real-time cross-device updates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Full barcode/QR scanning with camera</a:t>
            </a:r>
            <a:br/>
            <a:r>
              <a:t>   auto-match and item creation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Hilt Dependency Injection migration</a:t>
            </a:r>
            <a:br/>
            <a:r>
              <a:t>   to replace manual DI approach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WorkManager background sync</a:t>
            </a:r>
            <a:br/>
            <a:r>
              <a:t>   with offline-first data strategy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Compose animations and custom</a:t>
            </a:r>
            <a:br/>
            <a:r>
              <a:t>   Canvas-based quantity indicators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  <a:latin typeface="Calibri"/>
              </a:defRPr>
            </a:pPr>
            <a:r>
              <a:t>•  Enhanced UI polish and transitions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Demonstration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10515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✅  App launches without crash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Calibri"/>
              </a:defRPr>
            </a:pPr>
            <a:r>
              <a:t>Stable build targeting API 36 with minSdk 26. Edge-to-edge display, proper window insets handling.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10515600" cy="10515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✅  Data can be added and retrieved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Calibri"/>
              </a:defRPr>
            </a:pPr>
            <a:r>
              <a:t>Full CRUD via Room database. Insert, update, delete inventory items. Data persists across app restarts.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931920"/>
            <a:ext cx="10515600" cy="10515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✅  UI responds to user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34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Calibri"/>
              </a:defRPr>
            </a:pPr>
            <a:r>
              <a:t>Reactive StateFlow updates. Search, filter, sort reflect instantly. Swipe gestures, FAB actions, dialog forms.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66360"/>
            <a:ext cx="10515600" cy="105156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5257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Calibri"/>
              </a:defRPr>
            </a:pPr>
            <a:r>
              <a:t>✅  Group can explain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22222"/>
                </a:solidFill>
                <a:latin typeface="Calibri"/>
              </a:defRPr>
            </a:pPr>
            <a:r>
              <a:t>Clear MVVM + Repository separation. Manual DI via Application class. Room with DAO pattern.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237E"/>
                </a:solidFill>
                <a:latin typeface="Calibri"/>
              </a:defRPr>
            </a:pPr>
            <a:r>
              <a:t>Self-Evaluation:  Very Confident  —  The build exceeds all MCO 1 requirements.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DEFB"/>
                </a:solidFill>
                <a:latin typeface="Calibri"/>
              </a:defRPr>
            </a:pPr>
            <a:r>
              <a:t>SmartStock+: Offline-First Inventory &amp; Asset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0CAF9"/>
                </a:solidFill>
                <a:latin typeface="Calibri"/>
              </a:defRPr>
            </a:pPr>
            <a:r>
              <a:t>Mobile Programming 2  |  Team 2  |  MCO 1 Midterm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Instructor’s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solidFill>
            <a:srgbClr val="E8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A237E"/>
                </a:solidFill>
                <a:latin typeface="Calibri"/>
              </a:defRPr>
            </a:pPr>
            <a:r>
              <a:t>Consultation Feedback — Noted for MCO 2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875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222222"/>
                </a:solidFill>
                <a:latin typeface="Calibri"/>
              </a:defRPr>
            </a:pPr>
            <a:r>
              <a:t>During the midterm consultation, our instructor provided valuable recommendations and feedback to further improve the SmartStock+ application. These recommendations have been carefully reviewed and documented by the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840480"/>
            <a:ext cx="7589520" cy="54864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The instructor’s recommendations are acknowledged and have not yet been</a:t>
            </a:r>
            <a:br/>
            <a:r>
              <a:t>   implemented in the current MCO 1 build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MCO 1 focused on delivering the foundational architecture, Room database,</a:t>
            </a:r>
            <a:br/>
            <a:r>
              <a:t>   and core Jetpack Compose UI as required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All recommendations will be fully addressed and implemented during</a:t>
            </a:r>
            <a:br/>
            <a:r>
              <a:t>   the MCO 2 development phase</a:t>
            </a:r>
          </a:p>
          <a:p>
            <a:pPr>
              <a:spcAft>
                <a:spcPts val="1000"/>
              </a:spcAft>
              <a:defRPr sz="1500">
                <a:solidFill>
                  <a:srgbClr val="222222"/>
                </a:solidFill>
                <a:latin typeface="Calibri"/>
              </a:defRPr>
            </a:pPr>
            <a:r>
              <a:t>•  These will be integrated alongside planned MCO 2 features: cloud sync,</a:t>
            </a:r>
            <a:br/>
            <a:r>
              <a:t>   Hilt DI migration, WorkManager, and enhanced UI interactions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1667</Words>
  <Application>Microsoft Office PowerPoint</Application>
  <PresentationFormat>Widescreen</PresentationFormat>
  <Paragraphs>255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Jhon Clarence Rulona</cp:lastModifiedBy>
  <cp:revision>2</cp:revision>
  <dcterms:created xsi:type="dcterms:W3CDTF">2013-01-27T09:14:16Z</dcterms:created>
  <dcterms:modified xsi:type="dcterms:W3CDTF">2026-04-07T05:03:15Z</dcterms:modified>
  <cp:category/>
</cp:coreProperties>
</file>