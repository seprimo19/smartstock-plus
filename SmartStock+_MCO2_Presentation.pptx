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906" y="6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125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app running on the device. Greet Mr. Pael, introduce Team 2 and the course/section. One line: SmartStock+ is an offline-first Android inventory app with secure multi-tenant Supabase cloud 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the offline-first value proposition: never blocked by a dead network — Room is the source of truth, the cloud is a sync layer that reconciles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left→right then down. The UI is fully decoupled from the data source — swapping the No-Op for the Supabase adapter took zero UI changes. Mention natural-key reconciliation as the fix that keeps sync duplicate-free across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Supabase IS a REST API backend (PostgREST) + managed auth + object storage — it fully satisfies the 'Firebase/REST API' requirement. Show a Supabase table screenshot. Highlight the per-team RLS isolation as the security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DEMO SCRIPT (under 4 min):</a:t>
            </a:r>
          </a:p>
          <a:p>
            <a:r>
              <a:t>1. Login -&gt; register a fresh account (proves isolation: empty inventory, only itself in the team list).</a:t>
            </a:r>
          </a:p>
          <a:p>
            <a:r>
              <a:t>2. Add an item with a camera photo + scanned barcode -&gt; save.</a:t>
            </a:r>
          </a:p>
          <a:p>
            <a:r>
              <a:t>3. Supabase dashboard -&gt; refresh inventory_items -&gt; row present with team_id; show the Storage bucket has the photo.</a:t>
            </a:r>
          </a:p>
          <a:p>
            <a:r>
              <a:t>4. Edit quantity below threshold -&gt; low-stock notification.</a:t>
            </a:r>
          </a:p>
          <a:p>
            <a:r>
              <a:t>5. Delete an item -&gt; tap UNDO.</a:t>
            </a:r>
          </a:p>
          <a:p>
            <a:r>
              <a:t>6. Profile -&gt; Export Data (CSV share sheet) + Security Settings.</a:t>
            </a:r>
          </a:p>
          <a:p>
            <a:r>
              <a:t>Keep screenshots open as a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Portrait phone captures — paste each over its box and delete the outline. Remove this slide if you demo fully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Portrait phone captures — paste each over its box and delete the outline. Remove this slide if you demo fully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multi-tenant isolation bug is the strongest talking point — found in testing, root-caused to an is_admin() SELECT policy that gave every admin global read, fixed with strict per-team 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confidently: every MCO 2 requirement is met and the app is demo-ready. Read the acknowledgment aloud — thank Mr. Pael directly and invite his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martstock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5029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Segoe UI"/>
              </a:rPr>
              <a:t>SmartStock+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077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 b="0" i="0">
                <a:solidFill>
                  <a:srgbClr val="DBEAFE"/>
                </a:solidFill>
                <a:latin typeface="Segoe UI"/>
              </a:rPr>
              <a:t>Offline-First Inventory &amp; Asset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498848" y="3511296"/>
            <a:ext cx="320040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621024"/>
            <a:ext cx="10332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93C5FD"/>
                </a:solidFill>
                <a:latin typeface="Segoe UI"/>
              </a:rPr>
              <a:t>Team 2   |   Mobile Programming 2   |  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4078224"/>
            <a:ext cx="39319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Jhon Clarence B. Rulona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Cris Gerard O. Carpon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Jasper Keith P. Teorica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Mark Jacob S. Allero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John Dennis Y. Chan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Leopoldo C. Villaflores III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Dustin Aaron D. Tocayon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078224"/>
            <a:ext cx="393192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Angel Mae S. Dura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Heizel D. Panugaling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Justin Jamaica P. Julaton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Roselyn B. Deguino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Lou Ariane Mae B. Delos Reyes</a:t>
            </a:r>
          </a:p>
          <a:p>
            <a:pPr>
              <a:spcAft>
                <a:spcPts val="200"/>
              </a:spcAft>
            </a:pPr>
            <a:r>
              <a:rPr sz="1100" b="0" i="0">
                <a:solidFill>
                  <a:srgbClr val="E8F1FE"/>
                </a:solidFill>
                <a:latin typeface="Segoe UI"/>
              </a:rPr>
              <a:t>Rynel Jay V. Vallejos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93C5FD"/>
                </a:solidFill>
                <a:latin typeface="Segoe UI"/>
              </a:rPr>
              <a:t>Instructor:  Mr. Aaron Jude Pael      ·      May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01 ·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02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3611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361188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3246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Purpose &amp;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3209544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Paper logs and always-online tools fail where connectivity is unreliable — data is lost or duplicated.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SmartStock+ replaces them with a reliable, offline-first app that syncs to the cloud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1325880"/>
            <a:ext cx="3611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88536" y="1325880"/>
            <a:ext cx="361188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1389888"/>
            <a:ext cx="3246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Target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020824"/>
            <a:ext cx="3209544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Small businesses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School &amp; IT laboratories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Field &amp; maintenance teams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Asset custodians of shared equipment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325880"/>
            <a:ext cx="36118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28431" y="1325880"/>
            <a:ext cx="361188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1" y="1389888"/>
            <a:ext cx="3246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Core Modules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20824"/>
            <a:ext cx="3209544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Inventory CRUD + asset codes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Barcode / QR scan &amp; checkout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Usage reports (CSV / PDF)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Dashboard charts &amp; low-stock alerts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Stock-take / cycle count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>
                <a:solidFill>
                  <a:srgbClr val="556374"/>
                </a:solidFill>
                <a:latin typeface="Segoe UI"/>
              </a:rPr>
              <a:t>Multi-tenant cloud sync &amp; auth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02 · HOW IT'S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Architecture — Offline-First MVVM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03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246888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" y="1572768"/>
            <a:ext cx="2359152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Jetpack Compose UI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screens &amp;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481328"/>
            <a:ext cx="246888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572768"/>
            <a:ext cx="2359152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ViewModel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StateFlow / events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1481328"/>
            <a:ext cx="246888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572768"/>
            <a:ext cx="2359152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Repository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single mediator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3456" y="1481328"/>
            <a:ext cx="2331720" cy="111556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572768"/>
            <a:ext cx="2221991" cy="969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Room DB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local source of truth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90088" y="1883664"/>
            <a:ext cx="438912" cy="292608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5943600" y="1883664"/>
            <a:ext cx="438912" cy="292608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897112" y="1883664"/>
            <a:ext cx="438912" cy="292608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85632" y="1517904"/>
            <a:ext cx="1261872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 dirty="0">
                <a:solidFill>
                  <a:srgbClr val="556374"/>
                </a:solidFill>
                <a:latin typeface="Segoe UI"/>
              </a:rPr>
              <a:t>instant write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7498079" y="2615184"/>
            <a:ext cx="274320" cy="457200"/>
          </a:xfrm>
          <a:prstGeom prst="down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897880" y="3127248"/>
            <a:ext cx="2788920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52744" y="3218688"/>
            <a:ext cx="2679191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SyncWorker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WorkManager · bidirectional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3127248"/>
            <a:ext cx="2505456" cy="107899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44584" y="3218688"/>
            <a:ext cx="2395728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Supabase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PostgREST · Auth · Storage · RLS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705088" y="3493008"/>
            <a:ext cx="502920" cy="292608"/>
          </a:xfrm>
          <a:prstGeom prst="rightArrow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127248"/>
            <a:ext cx="1325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 i="1">
                <a:solidFill>
                  <a:srgbClr val="556374"/>
                </a:solidFill>
                <a:latin typeface="Segoe UI"/>
              </a:rPr>
              <a:t>HTTPS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72000"/>
            <a:ext cx="8138160" cy="1627632"/>
          </a:xfrm>
          <a:prstGeom prst="round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718304"/>
            <a:ext cx="769924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A235B"/>
                </a:solidFill>
                <a:latin typeface="Segoe UI"/>
              </a:rPr>
              <a:t>Offline-first: 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writes hit Room instantly so the UI never blocks. SyncWorker reconciles with Supabase when online — last-write-wins on updatedAt, soft-deletes, and natural-key (asset_code / name) matching so a re-installed or second device never duplicates rows.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0A235B"/>
                </a:solidFill>
                <a:latin typeface="Segoe UI"/>
              </a:rPr>
              <a:t>Hilt </a:t>
            </a:r>
            <a:r>
              <a:rPr sz="1200" b="0" i="0">
                <a:solidFill>
                  <a:srgbClr val="1F2A37"/>
                </a:solidFill>
                <a:latin typeface="Segoe UI"/>
              </a:rPr>
              <a:t>wires every layer; ViewModels never touch DAOs or the network.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6528" y="4572000"/>
            <a:ext cx="2898648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4663440"/>
            <a:ext cx="2788920" cy="1481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0A235B"/>
                </a:solidFill>
                <a:latin typeface="Segoe UI"/>
              </a:rPr>
              <a:t>Clean separation</a:t>
            </a:r>
          </a:p>
          <a:p>
            <a:pPr algn="ctr"/>
            <a:r>
              <a:rPr sz="900" b="0" i="0">
                <a:solidFill>
                  <a:srgbClr val="556374"/>
                </a:solidFill>
                <a:latin typeface="Segoe UI"/>
              </a:rPr>
              <a:t>data · domain · ui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03 · SUPABASE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Cloud / 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04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68122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681228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64465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Supabase (REST API backend)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6409944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PostgreSQL + PostgREST REST API + GoTrue auth + Storage + Edge Functions, via supabase-kt over Ktor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Auth — email/password, session persistence, password reset, biometric unlock; Admin provisions Staff via an Edge Function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Bidirectional sync — 6 tables, last-write-wins, soft-delete, connectivity-gated; natural-key reconciliation prevents duplicates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Supabase Storage — item photos sync across devices, per-team scoped objects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Multi-tenant isolation — per-team Row-Level Security via a my_team() SECURITY DEFINER function; each account sees only its own team's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325880"/>
            <a:ext cx="4096512" cy="489204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Supabase table editor
(inventory_items rows)
+ optional Storage
bucket / sample JSON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256C5C6-730C-8552-FB59-7EE58903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1347364"/>
            <a:ext cx="4078224" cy="2739387"/>
          </a:xfrm>
          <a:prstGeom prst="round2SameRect">
            <a:avLst>
              <a:gd name="adj1" fmla="val 24132"/>
              <a:gd name="adj2" fmla="val 0"/>
            </a:avLst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715CBA-E630-468F-6A1B-7E466BE4D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4086751"/>
            <a:ext cx="4078224" cy="2131169"/>
          </a:xfrm>
          <a:prstGeom prst="round2SameRect">
            <a:avLst>
              <a:gd name="adj1" fmla="val 0"/>
              <a:gd name="adj2" fmla="val 34169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04 · 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UI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05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11091672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11091672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1072591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Demo Flow (live on device)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10689336" cy="4050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Registration / Login — redesigned, scrollable, biometric option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Dashboard — KPIs, low-stock chart, connectivity &amp; sync badge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CRUD — add an item with photo + barcode, edit, delete with Undo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Scan — link a barcode, scan-to-checkout a unit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Cloud sync — row + photo appear in Supabase; pull-to-refresh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Profile — theme, security settings, CSV export, team management</a:t>
            </a:r>
          </a:p>
          <a:p>
            <a:pPr>
              <a:spcAft>
                <a:spcPts val="500"/>
              </a:spcAft>
            </a:pPr>
            <a:r>
              <a:rPr sz="1600" b="1" i="0">
                <a:solidFill>
                  <a:srgbClr val="38BDF8"/>
                </a:solidFill>
                <a:latin typeface="Segoe UI"/>
              </a:rPr>
              <a:t>•  </a:t>
            </a:r>
            <a:r>
              <a:rPr sz="1600" b="0" i="0">
                <a:solidFill>
                  <a:srgbClr val="556374"/>
                </a:solidFill>
                <a:latin typeface="Segoe UI"/>
              </a:rPr>
              <a:t>Multi-tenant — a fresh account sees an empty, isolated inventory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04 · 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UI Demo — Screenshots (1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06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Login /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Inventory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04 · 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UI Demo — Screenshots (2 of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07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Add / Edit item (CRUD)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Cloud sync / 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456432" cy="4709160"/>
          </a:xfrm>
          <a:prstGeom prst="roundRect">
            <a:avLst/>
          </a:prstGeom>
          <a:solidFill>
            <a:srgbClr val="EAF1FB"/>
          </a:solidFill>
          <a:ln w="1905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1D4ED8"/>
                </a:solidFill>
                <a:latin typeface="Segoe UI"/>
              </a:rPr>
              <a:t>[ SCREENSHOT ]
Profile &amp;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05 · 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Challenges &amp; Learnings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08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1435608"/>
            <a:ext cx="493776" cy="4937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62456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"/>
              </a:rPr>
              <a:t>Room ↔ REST synchronization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691640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6374"/>
                </a:solidFill>
                <a:latin typeface="Segoe UI"/>
              </a:rPr>
              <a:t>Reconciling epoch-millis vs ISO-8601 and last-write-wins conflict resolution across six tables.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368296"/>
            <a:ext cx="493776" cy="4937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95144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"/>
              </a:rPr>
              <a:t>Multi-tenant data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24328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6374"/>
                </a:solidFill>
                <a:latin typeface="Segoe UI"/>
              </a:rPr>
              <a:t>An over-broad is_admin() RLS policy + an un-wiped local cache leaked data across accounts — fixed with strict per-team RLS and a cache wipe on account switch.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300984"/>
            <a:ext cx="493776" cy="4937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27832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"/>
              </a:rPr>
              <a:t>Duplicate-free 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57016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6374"/>
                </a:solidFill>
                <a:latin typeface="Segoe UI"/>
              </a:rPr>
              <a:t>Client-UUID-only keying duplicated rows on re-install — fixed by reconciling items/categories/statuses by natural key before push.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233672"/>
            <a:ext cx="493776" cy="4937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"/>
              </a:rPr>
              <a:t>Cross-device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489704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6374"/>
                </a:solidFill>
                <a:latin typeface="Segoe UI"/>
              </a:rPr>
              <a:t>Local file:// paths are meaningless on other devices — moved photos to per-team Supabase Storage with upload/download in the sync loop.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" y="5166360"/>
            <a:ext cx="493776" cy="493776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93208"/>
            <a:ext cx="10241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0F172A"/>
                </a:solidFill>
                <a:latin typeface="Segoe UI"/>
              </a:rPr>
              <a:t>Best practices applied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42239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56374"/>
                </a:solidFill>
                <a:latin typeface="Segoe UI"/>
              </a:rPr>
              <a:t>MVVM · Repository · StateFlow · Hilt DI · lifecycle-aware APIs · WorkManager · RLS-backed security · clean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A2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144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8BDF8"/>
                </a:solidFill>
                <a:latin typeface="Segoe UI"/>
              </a:rPr>
              <a:t>06 ·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96926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Segoe UI"/>
              </a:rPr>
              <a:t>Conclusion &amp; 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1" i="0">
                <a:solidFill>
                  <a:srgbClr val="93C5FD"/>
                </a:solidFill>
                <a:latin typeface="Segoe UI"/>
              </a:rPr>
              <a:t>09 /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556374"/>
                </a:solidFill>
                <a:latin typeface="Segoe UI"/>
              </a:rPr>
              <a:t>SmartStock+   ·   Mobile Programming 2 — MCO 2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5566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 i="0">
                <a:solidFill>
                  <a:srgbClr val="556374"/>
                </a:solidFill>
                <a:latin typeface="Segoe UI"/>
              </a:rPr>
              <a:t>Team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25880"/>
            <a:ext cx="5532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5532120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389888"/>
            <a:ext cx="516635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20824"/>
            <a:ext cx="5129783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A complete offline-first inventory system: full CRUD, scanning, reporting, charts, notifications, biometric auth, and secure multi-tenant Supabase sync with cross-device image storage.</a:t>
            </a:r>
          </a:p>
          <a:p>
            <a:pPr>
              <a:spcAft>
                <a:spcPts val="500"/>
              </a:spcAft>
            </a:pPr>
            <a:r>
              <a:rPr sz="1400" b="0" i="0">
                <a:solidFill>
                  <a:srgbClr val="1F2A37"/>
                </a:solidFill>
                <a:latin typeface="Segoe UI"/>
              </a:rPr>
              <a:t>Stays fully usable with zero connectivity and reconciles automatically once back online — the core goal achieved.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1325880"/>
            <a:ext cx="5385816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4496" y="1325880"/>
            <a:ext cx="5385816" cy="548640"/>
          </a:xfrm>
          <a:prstGeom prst="round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389888"/>
            <a:ext cx="502005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020824"/>
            <a:ext cx="4983479" cy="1146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 dirty="0">
                <a:solidFill>
                  <a:srgbClr val="556374"/>
                </a:solidFill>
                <a:latin typeface="Segoe UI"/>
              </a:rPr>
              <a:t>Admin web panel for fleet-wide oversight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 dirty="0">
                <a:solidFill>
                  <a:srgbClr val="556374"/>
                </a:solidFill>
                <a:latin typeface="Segoe UI"/>
              </a:rPr>
              <a:t>Real-time updates via </a:t>
            </a:r>
            <a:r>
              <a:rPr sz="1400" b="0" i="0" dirty="0" err="1">
                <a:solidFill>
                  <a:srgbClr val="556374"/>
                </a:solidFill>
                <a:latin typeface="Segoe UI"/>
              </a:rPr>
              <a:t>Supabase</a:t>
            </a:r>
            <a:r>
              <a:rPr sz="1400" b="0" i="0" dirty="0">
                <a:solidFill>
                  <a:srgbClr val="556374"/>
                </a:solidFill>
                <a:latin typeface="Segoe UI"/>
              </a:rPr>
              <a:t> Realtime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 dirty="0">
                <a:solidFill>
                  <a:srgbClr val="556374"/>
                </a:solidFill>
                <a:latin typeface="Segoe UI"/>
              </a:rPr>
              <a:t>FCM push notifications (currently device-local)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38BDF8"/>
                </a:solidFill>
                <a:latin typeface="Segoe UI"/>
              </a:rPr>
              <a:t>•  </a:t>
            </a:r>
            <a:r>
              <a:rPr sz="1400" b="0" i="0" dirty="0">
                <a:solidFill>
                  <a:srgbClr val="556374"/>
                </a:solidFill>
                <a:latin typeface="Segoe UI"/>
              </a:rPr>
              <a:t>Audit log + hardened team-bootstrap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61888"/>
            <a:ext cx="110916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1">
                <a:solidFill>
                  <a:srgbClr val="0A235B"/>
                </a:solidFill>
                <a:latin typeface="Segoe UI"/>
              </a:rPr>
              <a:t>Thank you, Mr. Aaron Jude Pael, for your guidance throughout Mobile Programming 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1359</Words>
  <Application>Microsoft Office PowerPoint</Application>
  <PresentationFormat>Widescreen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Jhon Clarence Rulona</cp:lastModifiedBy>
  <cp:revision>3</cp:revision>
  <dcterms:created xsi:type="dcterms:W3CDTF">2013-01-27T09:14:16Z</dcterms:created>
  <dcterms:modified xsi:type="dcterms:W3CDTF">2026-05-16T19:24:10Z</dcterms:modified>
  <cp:category/>
</cp:coreProperties>
</file>